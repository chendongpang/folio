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本文件不是正式SLA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草案讨论：每季度做一次恢复演练，频率未批准。</a:t>
            </a:r>
          </a:p>
          <a:p>
            <a:pPr>
              <a:defRPr sz="2000">
                <a:latin typeface="Noto Sans CJK SC"/>
              </a:defRPr>
            </a:pPr>
            <a:r>
              <a:t>RTO和RPO目标值尚为空，不允许填成已有承诺。</a:t>
            </a:r>
          </a:p>
          <a:p>
            <a:pPr>
              <a:defRPr sz="2000">
                <a:latin typeface="Noto Sans CJK SC"/>
              </a:defRPr>
            </a:pPr>
            <a:r>
              <a:t>CPU、磁盘、队列等待和数据库连接阈值需基线测量后决定。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拟开展的演练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在隔离环境恢复数据库备份，检查任务、权限和附件元数据。</a:t>
            </a:r>
          </a:p>
          <a:p>
            <a:pPr>
              <a:defRPr sz="2000">
                <a:latin typeface="Noto Sans CJK SC"/>
              </a:defRPr>
            </a:pPr>
            <a:r>
              <a:t>验证对象存储版本恢复与数据库引用一致，避免附件键指向错误版本。</a:t>
            </a:r>
          </a:p>
          <a:p>
            <a:pPr>
              <a:defRPr sz="2000">
                <a:latin typeface="Noto Sans CJK SC"/>
              </a:defRPr>
            </a:pPr>
            <a:r>
              <a:t>验证worker重试的幂等行为；记录恢复时长作为未来目标输入。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容量研究问题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缺少峰值并发、最大附件大小、日导出数量和增长率。</a:t>
            </a:r>
          </a:p>
          <a:p>
            <a:pPr>
              <a:defRPr sz="2000">
                <a:latin typeface="Noto Sans CJK SC"/>
              </a:defRPr>
            </a:pPr>
            <a:r>
              <a:t>扩容决策可先建立观测和压测流程，不能承诺当前3个api副本支持某固定并发。</a:t>
            </a:r>
          </a:p>
          <a:p>
            <a:pPr>
              <a:defRPr sz="2000">
                <a:latin typeface="Noto Sans CJK SC"/>
              </a:defRPr>
            </a:pPr>
            <a:r>
              <a:t>所有建议演练命令都保留环境占位符，先审查和预发验证。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