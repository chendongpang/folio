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一页结论摘要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先说明统计口径，再展示净销售、毛利和补货动作。</a:t>
            </a:r>
          </a:p>
          <a:p>
            <a:pPr>
              <a:defRPr sz="2000">
                <a:latin typeface="Noto Sans CJK SC"/>
              </a:defRPr>
            </a:pPr>
            <a:r>
              <a:t>每个结论注明数据来自哪张表，计算口径见附录。</a:t>
            </a:r>
          </a:p>
          <a:p>
            <a:pPr>
              <a:defRPr sz="2000">
                <a:latin typeface="Noto Sans CJK SC"/>
              </a:defRPr>
            </a:pPr>
            <a:r>
              <a:t>不可把高销量、低库存等同确定缺货。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图表建议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四SKU净销售额与净毛利对比图，货币单位元。</a:t>
            </a:r>
          </a:p>
          <a:p>
            <a:pPr>
              <a:defRPr sz="2000">
                <a:latin typeface="Noto Sans CJK SC"/>
              </a:defRPr>
            </a:pPr>
            <a:r>
              <a:t>四SKU库存位置与再订货点对比图，数量单位随SKU标注。</a:t>
            </a:r>
          </a:p>
          <a:p>
            <a:pPr>
              <a:defRPr sz="2000">
                <a:latin typeface="Noto Sans CJK SC"/>
              </a:defRPr>
            </a:pPr>
            <a:r>
              <a:t>东仓西仓净销售额对比，以及已完成/处理中退款分列。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行动清单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A和C是否采购由计算规则判断，不预设结论。</a:t>
            </a:r>
          </a:p>
          <a:p>
            <a:pPr>
              <a:defRPr sz="2000">
                <a:latin typeface="Noto Sans CJK SC"/>
              </a:defRPr>
            </a:pPr>
            <a:r>
              <a:t>所有建议分“可据现有数据执行的核对”和“需要新增资料的判断”。</a:t>
            </a:r>
          </a:p>
          <a:p>
            <a:pPr>
              <a:defRPr sz="2000">
                <a:latin typeface="Noto Sans CJK SC"/>
              </a:defRPr>
            </a:pPr>
            <a:r>
              <a:t>列出采购审批、退款跟进、数据口径固化责任建议；人名和审批时限未提供。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