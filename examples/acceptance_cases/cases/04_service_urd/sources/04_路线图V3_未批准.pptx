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仅为讨论稿：不能作为上线承诺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latin typeface="Noto Sans CJK SC"/>
              </a:defRPr>
            </a:pPr>
            <a:r>
              <a:t>草案编写时间2026年10月10日，未批准，未生效。</a:t>
            </a:r>
          </a:p>
          <a:p>
            <a:pPr>
              <a:defRPr sz="2000">
                <a:latin typeface="Noto Sans CJK SC"/>
              </a:defRPr>
            </a:pPr>
            <a:r>
              <a:t>建议未来所有企业P1改为5分钟，但采购和排班成本尚未评估。</a:t>
            </a:r>
          </a:p>
          <a:p>
            <a:pPr>
              <a:defRPr sz="2000">
                <a:latin typeface="Noto Sans CJK SC"/>
              </a:defRPr>
            </a:pPr>
            <a:r>
              <a:t>未批准的5分钟不能覆盖已批准V2.0的10分钟。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下一阶段候选功能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latin typeface="Noto Sans CJK SC"/>
              </a:defRPr>
            </a:pPr>
            <a:r>
              <a:t>社交平台自动建单；自动退款；服务经理移动审批。</a:t>
            </a:r>
          </a:p>
          <a:p>
            <a:pPr>
              <a:defRPr sz="2000">
                <a:latin typeface="Noto Sans CJK SC"/>
              </a:defRPr>
            </a:pPr>
            <a:r>
              <a:t>候选功能没有确定排期，不属于2026年10月15日首期范围。</a:t>
            </a:r>
          </a:p>
          <a:p>
            <a:pPr>
              <a:defRPr sz="2000">
                <a:latin typeface="Noto Sans CJK SC"/>
              </a:defRPr>
            </a:pPr>
            <a:r>
              <a:t>香港企业是否采用大陆专项仍待合同团队确认。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讨论中的界面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latin typeface="Noto Sans CJK SC"/>
              </a:defRPr>
            </a:pPr>
            <a:r>
              <a:t>拟增加SLA计时横条，区分剩余时长和超时时长。</a:t>
            </a:r>
          </a:p>
          <a:p>
            <a:pPr>
              <a:defRPr sz="2000">
                <a:latin typeface="Noto Sans CJK SC"/>
              </a:defRPr>
            </a:pPr>
            <a:r>
              <a:t>客户可见回答与内部备注在输入区使用明确的模式切换。</a:t>
            </a:r>
          </a:p>
          <a:p>
            <a:pPr>
              <a:defRPr sz="2000">
                <a:latin typeface="Noto Sans CJK SC"/>
              </a:defRPr>
            </a:pPr>
            <a:r>
              <a:t>任何视觉草图不能修改已批准的业务权限。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